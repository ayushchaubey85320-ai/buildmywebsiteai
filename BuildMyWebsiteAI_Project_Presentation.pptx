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5" d="100"/>
          <a:sy n="65" d="100"/>
        </p:scale>
        <p:origin x="70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" y="9832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685800"/>
          </a:xfrm>
          <a:prstGeom prst="rect">
            <a:avLst/>
          </a:prstGeom>
          <a:solidFill>
            <a:srgbClr val="181226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PRANVEER SINGH INSTITUTE OF TECHNOLOGY (PSIT), KANPUR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Department of Computer Applications • Affiliated to Dr. A.P.J. Abdul Kalam Technical University (AKTU)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/>
              <a:t>BuildMyWebsite</a:t>
            </a:r>
            <a:r>
              <a:rPr dirty="0"/>
              <a:t> </a:t>
            </a:r>
            <a:r>
              <a:rPr lang="en-US" dirty="0" smtClean="0"/>
              <a:t>AI</a:t>
            </a:r>
            <a:endParaRPr dirty="0"/>
          </a:p>
          <a:p>
            <a:pPr algn="ctr">
              <a:spcBef>
                <a:spcPts val="800"/>
              </a:spcBef>
              <a:defRPr sz="1700" b="1">
                <a:solidFill>
                  <a:srgbClr val="38BDF8"/>
                </a:solidFill>
              </a:defRPr>
            </a:pPr>
            <a:r>
              <a:rPr dirty="0"/>
              <a:t>Autonomous AI-Driven Multi-Page Website Generation &amp; Standalone Deployment Studio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Subject Code: CA-353 (Mini Project) • Academic Session 2026–2027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6217920" cy="274320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6366F1"/>
                </a:solidFill>
              </a:defRPr>
            </a:pPr>
            <a:r>
              <a:rPr sz="1400" dirty="0"/>
              <a:t>PROJECT DEVELOPMENT TEAM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rPr sz="1200" dirty="0"/>
              <a:t>1. Ayush Chaubey   |   Roll No: 2501640140028   (Team Leader &amp; Full Stack)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rPr sz="1200" dirty="0"/>
              <a:t>2. Dev Tripathi   |   Roll No: 2501640140038   (Team Member • Frontend)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rPr sz="1200" dirty="0"/>
              <a:t>3. </a:t>
            </a:r>
            <a:r>
              <a:rPr sz="1200" dirty="0" err="1"/>
              <a:t>Ritesh</a:t>
            </a:r>
            <a:r>
              <a:rPr sz="1200" dirty="0"/>
              <a:t> Mishra   |   Roll No: 2501640140083   (Team Member • Backend)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rPr sz="1200" dirty="0"/>
              <a:t>4. Ayush Tiwari   |   Roll No: 2501640140031   (Team Member • Testing &amp; QA)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rPr sz="1200" dirty="0"/>
              <a:t>5. </a:t>
            </a:r>
            <a:r>
              <a:rPr sz="1200" dirty="0" err="1"/>
              <a:t>Yashraj</a:t>
            </a:r>
            <a:r>
              <a:rPr sz="1200" dirty="0"/>
              <a:t> Dixit   |   Roll No: 2501640140113   (Team Member • UI/UX &amp; Docs)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3566160"/>
            <a:ext cx="3840480" cy="274320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200"/>
              </a:spcAft>
              <a:defRPr sz="1200" b="1">
                <a:solidFill>
                  <a:srgbClr val="EC4899"/>
                </a:solidFill>
              </a:defRPr>
            </a:pPr>
            <a:r>
              <a:rPr sz="1400" dirty="0"/>
              <a:t>PROJECT SUPERVISION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rPr sz="1400" dirty="0"/>
              <a:t>Dr. Narendra Kumar Sharma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rPr sz="1400" dirty="0"/>
              <a:t>Project Guide &amp; Supervisor</a:t>
            </a:r>
            <a:br>
              <a:rPr sz="1400" dirty="0"/>
            </a:br>
            <a:r>
              <a:rPr sz="1400" dirty="0"/>
              <a:t>Department of Computer Applications</a:t>
            </a:r>
            <a:br>
              <a:rPr sz="1400" dirty="0"/>
            </a:br>
            <a:r>
              <a:rPr sz="1400" dirty="0"/>
              <a:t>PSIT Kanpur</a:t>
            </a:r>
          </a:p>
          <a:p>
            <a:pPr>
              <a:spcBef>
                <a:spcPts val="2000"/>
              </a:spcBef>
              <a:defRPr sz="950" b="1">
                <a:solidFill>
                  <a:srgbClr val="10B981"/>
                </a:solidFill>
              </a:defRPr>
            </a:pPr>
            <a:r>
              <a:rPr sz="1200" dirty="0"/>
              <a:t>Approved for Production &amp; Examination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Why BuildMyWebsiteAI? Solving Critical Gaps in Website Creation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Overcoming prohibitive costs, technical complexity, and generic template limitations for non-tech businesses.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EF4444"/>
                </a:solidFill>
              </a:defRPr>
            </a:pPr>
            <a:r>
              <a:rPr dirty="0"/>
              <a:t>1. The Current Dilemma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High Development Cost: Agency development </a:t>
            </a:r>
            <a:r>
              <a:rPr sz="1200" dirty="0" smtClean="0"/>
              <a:t>costs, </a:t>
            </a:r>
            <a:r>
              <a:rPr sz="1200" dirty="0"/>
              <a:t>out of reach for micro-enterprises.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Steep Learning Curve: WordPress, </a:t>
            </a:r>
            <a:r>
              <a:rPr sz="1200" dirty="0" err="1"/>
              <a:t>Webflow</a:t>
            </a:r>
            <a:r>
              <a:rPr sz="1200" dirty="0"/>
              <a:t> &amp; </a:t>
            </a:r>
            <a:r>
              <a:rPr sz="1200" dirty="0" err="1"/>
              <a:t>Wix</a:t>
            </a:r>
            <a:r>
              <a:rPr sz="1200" dirty="0"/>
              <a:t> require complex hosting setup, plugin maintenance, and design skill.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Corporate Clichés: Generic AI builders spit out buzzwords like 'synergy' and 'revolutionizing' instead of real business offerings.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Vendor Lock-in: Most site builders hold user code hostage with mandatory monthly subscriptions.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rPr sz="1200" dirty="0"/>
              <a:t>2. The </a:t>
            </a:r>
            <a:r>
              <a:rPr sz="1200" dirty="0" err="1"/>
              <a:t>BuildMyWebsiteAI</a:t>
            </a:r>
            <a:r>
              <a:rPr sz="1200" dirty="0"/>
              <a:t> Solution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Zero-Code Parameterization: Businesses enter simple details (services, location, hours, WhatsApp number).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Domain-Tuned AI Engine: Generates authentic copywriting tailored </a:t>
            </a:r>
            <a:r>
              <a:rPr sz="1200" dirty="0" smtClean="0"/>
              <a:t>to </a:t>
            </a:r>
            <a:r>
              <a:rPr sz="1200" dirty="0"/>
              <a:t>high-demand verticals (salons, clinics, tuition).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Multi-Page &amp; Custom Prompts: Users choose multi-page structure and prompt custom pages (e.g. 'Faculty &amp; Mentors').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Interactive Functionality: Websites feature instant appointment booking modals with +91 Indian phone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rPr sz="1200" dirty="0"/>
              <a:t>3. Standalone Independence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1-Click Standalone ZIP Export: Pure W3C HTML5 + CSS3 + JS package that works completely offline.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Zero Server Dependency: Exported sites open locally in Chrome/Edge or deploy for free on </a:t>
            </a:r>
            <a:r>
              <a:rPr sz="1200" dirty="0" err="1"/>
              <a:t>Vercel</a:t>
            </a:r>
            <a:r>
              <a:rPr sz="1200" dirty="0"/>
              <a:t>/Render.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Bundled Deployment SOP PDF: Every downloaded ZIP automatically contains a beginner step-by-step deployment guide</a:t>
            </a:r>
            <a:r>
              <a:rPr sz="1200" dirty="0" smtClean="0"/>
              <a:t>.</a:t>
            </a:r>
            <a:endParaRPr lang="en-US" sz="1200" dirty="0" smtClean="0"/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endParaRPr lang="en-US" sz="1200" dirty="0"/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endParaRPr lang="en-US" sz="1200" dirty="0" smtClean="0"/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Enterprise-Grade Full-Stack Architecture &amp; AI Generation Pipeline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Decoupled client-server architecture powered by FastAPI, React 18, and Gemini 1.5 LLM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rPr dirty="0"/>
              <a:t>Frontend Tier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React 18 &amp; </a:t>
            </a:r>
            <a:r>
              <a:rPr dirty="0" err="1"/>
              <a:t>Vite</a:t>
            </a:r>
            <a:r>
              <a:rPr dirty="0"/>
              <a:t>: High performance SPA with instant HMR.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Tailwind CSS: Modern utility styling with dark/light themes.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Framer Motion: Smooth page transitions and floating canvas particles.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</a:t>
            </a:r>
            <a:r>
              <a:rPr dirty="0" err="1"/>
              <a:t>Lucide</a:t>
            </a:r>
            <a:r>
              <a:rPr dirty="0"/>
              <a:t> React: Crisp vector iconography.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Context State: </a:t>
            </a:r>
            <a:r>
              <a:rPr dirty="0" err="1"/>
              <a:t>ThemeContext</a:t>
            </a:r>
            <a:r>
              <a:rPr dirty="0"/>
              <a:t> for instant reactive dark/light mode toggles.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rPr dirty="0"/>
              <a:t>Backend Tier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</a:t>
            </a:r>
            <a:r>
              <a:rPr dirty="0" err="1"/>
              <a:t>FastAPI</a:t>
            </a:r>
            <a:r>
              <a:rPr dirty="0"/>
              <a:t> (Python): Asynchronous high-throughput REST API.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</a:t>
            </a:r>
            <a:r>
              <a:rPr dirty="0" err="1"/>
              <a:t>SQLAlchemy</a:t>
            </a:r>
            <a:r>
              <a:rPr dirty="0"/>
              <a:t> ORM: Relational schema management with SQLite / Postgres.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JWT Security: Cryptographic access tokens &amp; </a:t>
            </a:r>
            <a:r>
              <a:rPr dirty="0" err="1"/>
              <a:t>bcrypt</a:t>
            </a:r>
            <a:r>
              <a:rPr dirty="0"/>
              <a:t> password hashing.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</a:t>
            </a:r>
            <a:r>
              <a:rPr dirty="0" err="1"/>
              <a:t>Pydantic</a:t>
            </a:r>
            <a:r>
              <a:rPr dirty="0"/>
              <a:t> V2: Strict input validation and JSON sanitization schemas.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EC4899"/>
                </a:solidFill>
              </a:defRPr>
            </a:pPr>
            <a:r>
              <a:rPr dirty="0"/>
              <a:t>AI Engine Tier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Google Gemini 1.5: Low-latency contextual generation.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Few-Shot Prompt Engineering: Curated system prompts enforcing authentic domain copy.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Deterministic JSON Mode: Guaranteed schema compliance for multi-page data trees.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Regex Fallback Sanitizer: Handles formatting inconsistencies seamlessly.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rPr dirty="0"/>
              <a:t>Export &amp; SOP Engine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In-Memory Zip Stream: Assembles HTML, CSS &amp; assets on-the-fly without disk wear.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</a:t>
            </a:r>
            <a:r>
              <a:rPr dirty="0" err="1"/>
              <a:t>ReportLab</a:t>
            </a:r>
            <a:r>
              <a:rPr dirty="0"/>
              <a:t> Engine: Generates professional 3-page Deployment SOP PDFs automatically.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Static Packaging: Self-contained zero-dependency vanilla JS forms.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dirty="0"/>
              <a:t>•  </a:t>
            </a:r>
            <a:r>
              <a:rPr dirty="0" err="1"/>
              <a:t>Vercel</a:t>
            </a:r>
            <a:r>
              <a:rPr dirty="0"/>
              <a:t> &amp; Render Ready: 1-click drag-and-drop cloud compatibility.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LIVE PLATFORM DEMO •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Modern Landing Experience with Instant Generation Bar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Engineered with dark/light aesthetics, floating particle networks, and direct prompt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rPr sz="1200" dirty="0"/>
              <a:t>Landing Page Innovations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Fluid Theme Toggle: Seamless transition between deep cosmic dark mode and clean editorial light mode.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Direct Prompt Bar: Users can type e.g. 'Aura Unisex Salon with bridal packages' and launch generation in 1 click.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Category Presets: Live quick-links to high-demand verticals (Salons, Gyms, Clinics, Bakeries, Coaching).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Value Badges: Highlighted benefits: Multi-Page + Custom Prompts, Interactive Booking Modals, +91 Validation, Standalone ZIP Export.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Full Navigation Suite: Features, Categories, How It Works, FAQ, Login, and Sign Up.</a:t>
            </a:r>
          </a:p>
        </p:txBody>
      </p:sp>
      <p:pic>
        <p:nvPicPr>
          <p:cNvPr id="7" name="Picture 6" descr="Screenshot 2026-10-11 1609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205" y="2534034"/>
            <a:ext cx="6253924" cy="28872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664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WORKFLOW PIPELINE •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Streamlined 4-Stage Autonomous Generation Lifecycle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From initial concept to production-ready standalone multi-page website in under 60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rPr sz="1200" dirty="0"/>
              <a:t>Lifecycle Breakdown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01 Input Business Details: Select specialized domain, brand name, operating hours, and +91 contact number.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02 Configure Pages &amp; Prompts: Toggle standard pages (Home, About, Services, Contact) or describe custom pages for AI synthesis.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03 Real-Time AI Generation: Gemini AI synthesizes domain copywriting and builds the interactive responsive canvas.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04 1-Click Standalone Export: Generates a complete production ZIP package containing HTML, CSS, JS, and deployment SOP.</a:t>
            </a:r>
          </a:p>
        </p:txBody>
      </p:sp>
      <p:pic>
        <p:nvPicPr>
          <p:cNvPr id="7" name="Picture 6" descr="Screenshot 2026-10-11 161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530" y="2727471"/>
            <a:ext cx="6235275" cy="2847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SECURITY &amp; IDENTITY •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Enterprise User Authentication &amp; Access Control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Robust credential validation, real-time password strength verification, and Google OAuth 2.0.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EC4899"/>
                </a:solidFill>
              </a:defRPr>
            </a:pPr>
            <a:r>
              <a:rPr sz="1200" dirty="0"/>
              <a:t>Security Highlights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Strict Password Validation: 5-point client-side checking (min 8 chars, uppercase, lowercase, number, special char).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Interactive Password Visibility: One-click Show/Hide eye toggle for effortless user verification.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Google OAuth 2.0: Instant, frictionless single sign-on powered by Google Identity Services.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Full Name Sanitization: Regex constraint restricting names to alphabetic characters and spaces (max 50 chars).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JWT Authentication: Secure HTTP bearer tokens with expiration timestamps and role-based access control.</a:t>
            </a:r>
          </a:p>
        </p:txBody>
      </p:sp>
      <p:pic>
        <p:nvPicPr>
          <p:cNvPr id="7" name="Picture 6" descr="Screenshot 2026-10-11 160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477430"/>
            <a:ext cx="6590972" cy="3000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MANAGEMENT HUB •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Centralized Dashboard &amp; Multi-Project Portfolio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Complete visibility over active projects, published co-domains, and rapid website creation triggers.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rPr sz="1200" dirty="0"/>
              <a:t>Dashboard Capabilities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Key Performance Metrics: Real-time counters for Total Projects, Live Co-Domains, and Active Categories.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Project Management Grid: Manage multiple client websites with creation dates, categories, and custom subdomains.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1-Click Actions: Instant 'Preview &amp; Edit' canvas access, direct standalone ZIP download, and deletion management.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Search &amp; Filter: Real-time project search bar by title or business category.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Global Navigation: Direct access to AI </a:t>
            </a:r>
            <a:r>
              <a:rPr sz="1200" dirty="0" err="1"/>
              <a:t>Chatbot</a:t>
            </a:r>
            <a:r>
              <a:rPr sz="1200" dirty="0"/>
              <a:t> Assistant, dark/light theme switch, and profile controls.</a:t>
            </a:r>
          </a:p>
        </p:txBody>
      </p:sp>
      <p:pic>
        <p:nvPicPr>
          <p:cNvPr id="7" name="Picture 6" descr="Screenshot 2026-10-11 1616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863" y="2448773"/>
            <a:ext cx="6738609" cy="30577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AI CREATION WIZARD •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Stage 1 &amp; 2: Capturing Business Identity &amp; Unique Offerings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Structured data intake converting real-world business attributes into high-fidelity AI parameters.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rPr sz="1200" dirty="0"/>
              <a:t>Business Identity Controls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18+ Industry Verticals: Specialized presets (Salon &amp; Spa, Fitness Gyms, Coaching Classes, Dental Clinics, Bakeries, Pet Care, etc.).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Domain Image Libraries: Each vertical connects to dedicated high-resolution, context-authentic photography pools.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Brand Identity Fields: Business Name, Tagline/Slogan, and Core Offerings (comma-separated list).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Target Audience &amp; Location: Defines specific clientele (e.g. 'Brides, local families') and geographic service area (e.g. 'Kanpur Central').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Authentic Copy Guarantee: Prevents generic AI filler and produces realistic marketing copy.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58384" y="1736716"/>
            <a:ext cx="6108192" cy="4481847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10-11 1611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73292"/>
            <a:ext cx="6035040" cy="4408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AI CREATION WIZARD • 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Stage 3: Contact Channels &amp; Strict Mobile Validation (+91)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Ensuring genuine lead collection with international dial codes and localized regex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rPr sz="1200" dirty="0"/>
              <a:t>Contact &amp; Conversion Engine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International Country Code Selector: Pre-configured to India (+91) by default, supporting global clients.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Strict 10-Digit Phone Validation: Integrated regex (/^[6-9]\d{9}$/) prevents fake submissions and ensures valid customer leads.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Business Location &amp; Hours: Captures physical address and daily operating schedules (e.g. 'Mon-Sat 9:00 AM - 7:00 PM').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Custom Call-to-Action (CTA): User-customizable primary action button text (e.g. 'Book Appointment Now', 'Get Free Quote').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Cross-Modal Consistency: Injected directly into header, hero button, booking modals, and footer.</a:t>
            </a:r>
          </a:p>
        </p:txBody>
      </p:sp>
      <p:pic>
        <p:nvPicPr>
          <p:cNvPr id="7" name="Picture 6" descr="Screenshot 2026-10-11 1611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6" y="1790910"/>
            <a:ext cx="6169895" cy="4471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832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ADVANCED ARCHITECTURE • 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Single-Page vs Multi-Page Architecture &amp; Custom AI Pages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Industry-first feature allowing users to prompt entirely custom subpages synthesized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EC4899"/>
                </a:solidFill>
              </a:defRPr>
            </a:pPr>
            <a:r>
              <a:rPr sz="1200" dirty="0"/>
              <a:t>Architectural Breakthrough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Architecture Mode Switcher: Choose between Single-Page SPA (anchor scrolling) or Multi-Page Website (distinct HTML files).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Standard HTML Pages Selection: Checkbox toggles for Home (index.html), About Us, Services, FAQ, and Contact Us.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Custom Page Creation with AI Prompts: Users can create custom pages like 'Faculty &amp; Mentors', 'Admission Process', or 'Photo Gallery'.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Dedicated Subpage Prompts: Users describe what should be on the page, and the AI synthesizes matching structure and copy.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Automated Inter-Page Routing: Standalone export automatically wires relative navigation links across all pages.</a:t>
            </a:r>
          </a:p>
        </p:txBody>
      </p:sp>
      <p:pic>
        <p:nvPicPr>
          <p:cNvPr id="7" name="Picture 6" descr="Screenshot 2026-10-11 1611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492" y="1732976"/>
            <a:ext cx="6295662" cy="44780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STYLING &amp; TRANSPARENCY • 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rPr dirty="0"/>
              <a:t>Curated Color Palettes, Canvas FX &amp; AI Prompt Inspector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Empowering non-technical users with curated design tokens and transparent prompt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F59E0B"/>
                </a:solidFill>
              </a:defRPr>
            </a:pPr>
            <a:r>
              <a:rPr sz="1200" dirty="0"/>
              <a:t>Design System &amp; Inspection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Dual Aesthetic Modes: Crisp Light Mode surfaces vs Sleek Immersive Dark Mode.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6 Curated Color Presets: Modern Slate, Neon Cyber, Minimal Light, Elegant Gold, Ocean Blue, Sunset Orange.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Canvas Effects: Toggle between dynamic animated particles background or clean static background.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Brand Logo Upload: Custom business logo support with automatic </a:t>
            </a:r>
            <a:r>
              <a:rPr sz="1200" dirty="0" err="1"/>
              <a:t>navbar</a:t>
            </a:r>
            <a:r>
              <a:rPr sz="1200" dirty="0"/>
              <a:t> scaling.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Transparent Prompt Inspector: Expandable viewer to inspect generated business JSON and raw AI prompt before generation.</a:t>
            </a:r>
          </a:p>
        </p:txBody>
      </p:sp>
      <p:pic>
        <p:nvPicPr>
          <p:cNvPr id="7" name="Picture 6" descr="Screenshot 2026-10-11 161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626" y="1645920"/>
            <a:ext cx="6463083" cy="46756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AI ENGINE PIPELINE • STEP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Multi-Stage Real-Time AI Generation Pipeline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Dynamic progress visualization tracking the four discrete phases of enterprise layout construction.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rPr sz="1200" dirty="0"/>
              <a:t>Discrete Pipeline Stages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Phase 1: Analyzing Prompt &amp; Theme System: Normalizes business inputs, validates page list, and constructs system prompt tokens.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Phase 2: Structuring Hero, Features &amp; Interactive Forms: Gemini constructs clean semantic component hierarchies with booking triggers.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Phase 3: Applying Custom Branding &amp; Colors: Injects CSS variable tokens (--primary, --surface, --text) matching the selected palette.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Phase 4: Optimizing Layout for Viewports: Ensures 100% mobile, tablet, and desktop responsive flex/grid layouts.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Zero-Wait UX: Real-time animated feedback keeps user informed during the ~10 second generation cycle.</a:t>
            </a:r>
          </a:p>
        </p:txBody>
      </p:sp>
      <p:pic>
        <p:nvPicPr>
          <p:cNvPr id="7" name="Picture 6" descr="Screenshot 2026-10-11 161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15436"/>
            <a:ext cx="5122759" cy="55244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664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LIVE STUDIO CANVAS • STEP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Multi-Page Preview &amp; Viewport Testing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Fully interactive preview of synthesized websites with working modals, multi-page tabs, and device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rPr sz="1200" dirty="0"/>
              <a:t>Live Studio Features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Live Interactive Canvas: Generated site runs live in-browser with functioning scroll animations and links.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Multi-Page Navigation Tabs: Switch instantly between Home, About Us, Services, and Contact Us pages.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Multi-Device Viewport Switcher: 1-click preview testing on Desktop, Tablet, and Mobile viewports.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Interactive Booking Modal: Click 'Reserve a Table' or 'Book Appointment' to open functional booking dialogs.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1-Click Standalone Export: Download complete ZIP package or publish to </a:t>
            </a:r>
            <a:r>
              <a:rPr sz="1200" dirty="0" err="1"/>
              <a:t>BuildMyWebsiteAI</a:t>
            </a:r>
            <a:r>
              <a:rPr sz="1200" dirty="0"/>
              <a:t> co-domain.</a:t>
            </a:r>
          </a:p>
        </p:txBody>
      </p:sp>
      <p:pic>
        <p:nvPicPr>
          <p:cNvPr id="7" name="Picture 6" descr="Screenshot 2026-10-11 161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78" y="2435942"/>
            <a:ext cx="6686179" cy="30833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DEPLOYMENT &amp; EXPORT • STEP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Standalone ZIP Export &amp; Bundled Beginner Deployment SOP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True code freedom: complete W3C HTML5/CSS3 ZIP package with an embedded zero-code hosting guide.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rPr sz="1200" dirty="0"/>
              <a:t>Standalone ZIP Package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index.html &amp; subpages: Pure W3C-compliant HTML5 markup.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style.css: Self-contained CSS3 styles with CSS custom properties.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Pure Vanilla JS: Interactive booking modal runs offline via file:/// with zero server dependencies.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HOW_TO_DEPLOY_WEBSITE_FREE.pdf: Embedded 3-page beginner deployment guide inside every ZIP.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rPr sz="1200" dirty="0"/>
              <a:t>Free Hosting: </a:t>
            </a:r>
            <a:r>
              <a:rPr sz="1200" dirty="0" err="1"/>
              <a:t>Vercel</a:t>
            </a:r>
            <a:r>
              <a:rPr sz="1200" dirty="0"/>
              <a:t> (60s)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Drag &amp; Drop Simplicity: Users simply unzip folder and drag it into </a:t>
            </a:r>
            <a:r>
              <a:rPr sz="1200" dirty="0" err="1"/>
              <a:t>Vercel</a:t>
            </a:r>
            <a:r>
              <a:rPr sz="1200" dirty="0"/>
              <a:t> web dashboard.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No Coding / No Terminal: Completely eliminates CLI commands for non-technical users.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Instant Live URL: Provides free secure https://[site].vercel.app link in 15 seconds.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Custom Domain Support: Free SSL mapping for custom .com / .in domains.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rPr sz="1200" dirty="0"/>
              <a:t>Free Hosting: Render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GitHub Web Upload: Upload files via browser drag-and-drop with zero </a:t>
            </a:r>
            <a:r>
              <a:rPr sz="1200" dirty="0" err="1"/>
              <a:t>Git</a:t>
            </a:r>
            <a:r>
              <a:rPr sz="1200" dirty="0"/>
              <a:t> terminal commands.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Render Static Site: 1-click connect to repository with zero build commands.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Global CDN Distribution: Ultra-fast worldwide loading with 99.99% uptime.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100% Free Forever: No credit cards, expiring trials, or hidden fees.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ADMINISTRATION &amp; GOVERNANCE • STEP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Super Admin Portal: Platform Analytics &amp; User Oversight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Comprehensive administrator dashboard tracking system growth, user registrations, and site generations.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EC4899"/>
                </a:solidFill>
              </a:defRPr>
            </a:pPr>
            <a:r>
              <a:rPr sz="1200" dirty="0"/>
              <a:t>Governance Highlights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Live Platform Metrics: Real-time tally of Total Registered Users (16) and Total Generated Websites (59).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User Management Table: Inspect registered user IDs, names, email addresses, and website generation counts.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Direct Session Login: One-click administrative login into any user session for customer support and debugging.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Project Audit: Monitor user project portfolios, creation dates, and subdomains.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rPr sz="1200" dirty="0"/>
              <a:t>•  Role-Based Security: Protected admin routes guarded by JWT claims and email whitelist policies.</a:t>
            </a:r>
          </a:p>
        </p:txBody>
      </p:sp>
      <p:pic>
        <p:nvPicPr>
          <p:cNvPr id="7" name="Picture 6" descr="Screenshot 2026-10-11 164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83" y="2438268"/>
            <a:ext cx="6659769" cy="30787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Achievements, Societal Impact &amp; Future Roadmap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Bridging the digital divide for small businesses, freelancers, and educational institutions.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Key Project Achievements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Fully Functional End-to-End System: Successful integration of React frontend, FastAPI backend, and Gemini AI.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Multi-Page &amp; Custom AI Pages: Complete support for custom prompted pages with coherent navigation.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Zero-Code Export Independence: Standalone ZIP packages with automated deployment SOP PDF generation.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Rigorous Test Validation: 100% test coverage with automated Playwright and pytest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Future Scope &amp; Roadmap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Automated DNS Configuration: 1-click custom domain DNS records mapping via Cloudflare API.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AI Image Synthesis (Imagen 3): Generate brand-new customized images directly inside the website wizard.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Payment Gateway Integration: Ready-to-use Razorpay &amp; Stripe payment buttons in booking modals.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Multilingual AI Support: Generating websites in Hindi, Spanish, and local regional Indian languages.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37160" rtlCol="0" anchor="ctr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Thank You &amp; Q&amp;A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Project: BuildMyWebsiteAI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Team Leader: Ayush Chaubey (2501640140028)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Members: Dev Tripathi, Ritesh Mishra, Ayush Tiwari, Yashraj Dixit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Supervisor: Dr. Narendra Kumar Sharma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Institution: PSIT Kanpur • AKTU Lucknow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•  </a:t>
            </a:r>
            <a:br/>
            <a:r>
              <a:t>We welcome your questions and feedback!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2459</Words>
  <Application>Microsoft Office PowerPoint</Application>
  <PresentationFormat>Widescreen</PresentationFormat>
  <Paragraphs>193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2026-10-11T11:45:33Z</dcterms:modified>
  <cp:category/>
</cp:coreProperties>
</file>